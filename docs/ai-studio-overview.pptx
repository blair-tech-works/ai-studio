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594360" cy="59436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25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4630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for Product Development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EF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shipped feature — coordinated AI agents working in the open.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v0.1.0</a:t>
            </a:r>
            <a:pPr indent="0" marL="0">
              <a:buNone/>
            </a:pPr>
            <a:r>
              <a:rPr lang="en-US" sz="10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localhost:3000   ·   Postgres · TypeScript · Next.js · Multi-Agent SDK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human. Many specialized agents.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 software is collaborative — a PM scopes, devs build, QA gates, EVO refines. AI assistance shouldn't collapse those roles into a single chatbot.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 orchestrates a team of role-specialized agents that read shared knowledge, message each other, and ship code through a PRD → tasks → review pipeline you can watch in real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3657600" cy="26060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7800" y="2212848"/>
            <a:ext cx="109728" cy="109728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21031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2103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and decomposes PRDs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2670048"/>
            <a:ext cx="109728" cy="109728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25603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2560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UI in isolated worktrees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3127248"/>
            <a:ext cx="109728" cy="109728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3017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3017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APIs, persistence, auth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3584448"/>
            <a:ext cx="109728" cy="109728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34747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474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blocks, gates merges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4041648"/>
            <a:ext cx="109728" cy="109728"/>
          </a:xfrm>
          <a:prstGeom prst="ellipse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3931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3931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outcomes, recommends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system.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8321040" cy="64008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965960"/>
            <a:ext cx="54864" cy="64008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React 19 · Tailwind · SSE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2130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8321040" cy="64008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788920"/>
            <a:ext cx="54864" cy="64008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· TypeScript · Agent lifecycle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2953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8321040" cy="64008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11880"/>
            <a:ext cx="54864" cy="64008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+ 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CLI · Postgres · Git worktrees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3776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606040"/>
            <a:ext cx="0" cy="182880"/>
          </a:xfrm>
          <a:prstGeom prst="line">
            <a:avLst/>
          </a:prstGeom>
          <a:noFill/>
          <a:ln w="19050">
            <a:solidFill>
              <a:srgbClr val="BEF26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3429000"/>
            <a:ext cx="0" cy="182880"/>
          </a:xfrm>
          <a:prstGeom prst="line">
            <a:avLst/>
          </a:prstGeom>
          <a:noFill/>
          <a:ln w="19050">
            <a:solidFill>
              <a:srgbClr val="BEF26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1480" y="4343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replaceable. The orchestrator is the contract: REST + SSE for the dashboard, Claude CLI for agents, Postgres for state.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PRDs are the source of truth.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Requirements Document is the unit of work. Drafted with the PM agent, decomposed into tasks, reviewed by every relevant agent before publishing.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1089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flows from draft → review → approved → active → completed. Every transition is observable in the UI and persisted in Postgres.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3886200" cy="26060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103120"/>
            <a:ext cx="777240" cy="246888"/>
          </a:xfrm>
          <a:prstGeom prst="rect">
            <a:avLst/>
          </a:prstGeom>
          <a:solidFill>
            <a:srgbClr val="A3E635">
              <a:alpha val="10000"/>
            </a:srgbClr>
          </a:solidFill>
          <a:ln w="635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21031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F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Eisenhower Matrix Todo App — PRD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 ·  human  ·  4/16/2026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09560" y="2834640"/>
            <a:ext cx="502920" cy="201168"/>
          </a:xfrm>
          <a:prstGeom prst="rect">
            <a:avLst/>
          </a:prstGeom>
          <a:solidFill>
            <a:srgbClr val="6EE7B7">
              <a:alpha val="10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28346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0" y="3154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Navigation Shell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09560" y="3200400"/>
            <a:ext cx="502920" cy="201168"/>
          </a:xfrm>
          <a:prstGeom prst="rect">
            <a:avLst/>
          </a:prstGeom>
          <a:solidFill>
            <a:srgbClr val="6EE7B7">
              <a:alpha val="10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32004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3520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978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Quadrants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09560" y="3566160"/>
            <a:ext cx="502920" cy="201168"/>
          </a:xfrm>
          <a:prstGeom prst="rect">
            <a:avLst/>
          </a:prstGeom>
          <a:solidFill>
            <a:srgbClr val="6EE7B7">
              <a:alpha val="10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3566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0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978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 Plan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3931920"/>
            <a:ext cx="502920" cy="201168"/>
          </a:xfrm>
          <a:prstGeom prst="rect">
            <a:avLst/>
          </a:prstGeom>
          <a:solidFill>
            <a:srgbClr val="FCD34D">
              <a:alpha val="10000"/>
            </a:srgbClr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931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 DRAFTING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phases. One conversation.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2011680" cy="228600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DUMP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idea capture.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required.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7732" y="3063240"/>
            <a:ext cx="82296" cy="0"/>
          </a:xfrm>
          <a:prstGeom prst="line">
            <a:avLst/>
          </a:prstGeom>
          <a:noFill/>
          <a:ln w="19050">
            <a:solidFill>
              <a:srgbClr val="BEF26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14600" y="1965960"/>
            <a:ext cx="2011680" cy="228600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5176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agent probes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and edge cases.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30852" y="3063240"/>
            <a:ext cx="82296" cy="0"/>
          </a:xfrm>
          <a:prstGeom prst="line">
            <a:avLst/>
          </a:prstGeom>
          <a:noFill/>
          <a:ln w="19050">
            <a:solidFill>
              <a:srgbClr val="BEF26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17720" y="1965960"/>
            <a:ext cx="2011680" cy="228600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5488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becomes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33972" y="3063240"/>
            <a:ext cx="82296" cy="0"/>
          </a:xfrm>
          <a:prstGeom prst="line">
            <a:avLst/>
          </a:prstGeom>
          <a:noFill/>
          <a:ln w="19050">
            <a:solidFill>
              <a:srgbClr val="BEF26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1965960"/>
            <a:ext cx="2011680" cy="228600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057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5800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GRADE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scored across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dimensions, 0-100.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343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auto-saves to localStorage. Close the tab, come back later, pick up mid-conversation.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specialists. One studio.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2697480" cy="12344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920240"/>
            <a:ext cx="45720" cy="123444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029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" y="25968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PRDs, breaks down into tasks, gates approvals.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7540" y="1920240"/>
            <a:ext cx="2697480" cy="12344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7540" y="1920240"/>
            <a:ext cx="45720" cy="123444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2132" y="2029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42132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42132" y="25968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React Native. Builds UI in its own git worktree.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920240"/>
            <a:ext cx="2697480" cy="12344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920240"/>
            <a:ext cx="45720" cy="123444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2029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08192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08192" y="25968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persistence, auth. Tests before merging.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273552"/>
            <a:ext cx="2697480" cy="12344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273552"/>
            <a:ext cx="45720" cy="123444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83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" y="3950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bad code. Approves on merit, not vibes.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77540" y="3273552"/>
            <a:ext cx="2697480" cy="12344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7540" y="3273552"/>
            <a:ext cx="45720" cy="123444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2132" y="3383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42132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42132" y="3950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outcomes. Recommends process changes.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273552"/>
            <a:ext cx="2697480" cy="12344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273552"/>
            <a:ext cx="45720" cy="123444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3383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08192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08192" y="3950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values. Read by every agent before acting.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board, not a screenshot.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view is a real-time kanban: tasks flow through TO DO → IN PROGRESS → DONE as agents pick them up and ship them.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task IDs (TASK-001)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badges: critical, high, medium, 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SSE updates — no manual refresh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agent assignment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1965960"/>
            <a:ext cx="1554480" cy="26060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1965960"/>
            <a:ext cx="1554480" cy="36576"/>
          </a:xfrm>
          <a:prstGeom prst="rect">
            <a:avLst/>
          </a:prstGeom>
          <a:solidFill>
            <a:srgbClr val="5D6470"/>
          </a:solidFill>
          <a:ln w="12700">
            <a:solidFill>
              <a:srgbClr val="5D64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2395728"/>
            <a:ext cx="1371600" cy="411480"/>
          </a:xfrm>
          <a:prstGeom prst="rect">
            <a:avLst/>
          </a:prstGeom>
          <a:solidFill>
            <a:srgbClr val="15171C"/>
          </a:solidFill>
          <a:ln w="6350">
            <a:solidFill>
              <a:srgbClr val="1A1D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4323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0" y="2587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Plan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0" y="2898648"/>
            <a:ext cx="1371600" cy="411480"/>
          </a:xfrm>
          <a:prstGeom prst="rect">
            <a:avLst/>
          </a:prstGeom>
          <a:solidFill>
            <a:srgbClr val="15171C"/>
          </a:solidFill>
          <a:ln w="6350">
            <a:solidFill>
              <a:srgbClr val="1A1D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9352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23360" y="3090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965960"/>
            <a:ext cx="1554480" cy="26060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965960"/>
            <a:ext cx="1554480" cy="36576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395728"/>
            <a:ext cx="1371600" cy="411480"/>
          </a:xfrm>
          <a:prstGeom prst="rect">
            <a:avLst/>
          </a:prstGeom>
          <a:solidFill>
            <a:srgbClr val="15171C"/>
          </a:solidFill>
          <a:ln w="6350">
            <a:solidFill>
              <a:srgbClr val="1A1D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24323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0" y="2587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Quadrants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0" y="1965960"/>
            <a:ext cx="1554480" cy="26060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1965960"/>
            <a:ext cx="1554480" cy="3657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2395728"/>
            <a:ext cx="1371600" cy="411480"/>
          </a:xfrm>
          <a:prstGeom prst="rect">
            <a:avLst/>
          </a:prstGeom>
          <a:solidFill>
            <a:srgbClr val="15171C"/>
          </a:solidFill>
          <a:ln w="6350">
            <a:solidFill>
              <a:srgbClr val="1A1D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4323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2587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2898648"/>
            <a:ext cx="1371600" cy="411480"/>
          </a:xfrm>
          <a:prstGeom prst="rect">
            <a:avLst/>
          </a:prstGeom>
          <a:solidFill>
            <a:srgbClr val="15171C"/>
          </a:solidFill>
          <a:ln w="6350">
            <a:solidFill>
              <a:srgbClr val="1A1D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29352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3090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23760" y="3401568"/>
            <a:ext cx="1371600" cy="411480"/>
          </a:xfrm>
          <a:prstGeom prst="rect">
            <a:avLst/>
          </a:prstGeom>
          <a:solidFill>
            <a:srgbClr val="15171C"/>
          </a:solidFill>
          <a:ln w="6350">
            <a:solidFill>
              <a:srgbClr val="1A1D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34381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TASK-004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3593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 to each other. You can read along.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between agents is captured: code review comments, blocking concerns, hand-offs. You see the conversation in the same panel they're having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names resolved from agent IDs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sender / recipient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human → agent on demand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Typed: message, question, review, decision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4251960" cy="7772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0391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  →  QA Engineer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2057400"/>
            <a:ext cx="777240" cy="201168"/>
          </a:xfrm>
          <a:prstGeom prst="rect">
            <a:avLst/>
          </a:prstGeom>
          <a:solidFill>
            <a:srgbClr val="A3E635"/>
          </a:solidFill>
          <a:ln w="6350">
            <a:solidFill>
              <a:srgbClr val="A3E6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17720" y="22951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 ready for final review and merge.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834640"/>
            <a:ext cx="4251960" cy="7772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907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  →  Frontend Dev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18120" y="2926080"/>
            <a:ext cx="777240" cy="201168"/>
          </a:xfrm>
          <a:prstGeom prst="rect">
            <a:avLst/>
          </a:prstGeom>
          <a:solidFill>
            <a:srgbClr val="15171C"/>
          </a:solidFill>
          <a:ln w="6350">
            <a:solidFill>
              <a:srgbClr val="1A1D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9260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17720" y="316382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tests pass. Clean architecture. Approved.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3703320"/>
            <a:ext cx="4251960" cy="7772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776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  →  Product Manager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8120" y="3794760"/>
            <a:ext cx="777240" cy="201168"/>
          </a:xfrm>
          <a:prstGeom prst="rect">
            <a:avLst/>
          </a:prstGeom>
          <a:solidFill>
            <a:srgbClr val="15171C"/>
          </a:solidFill>
          <a:ln w="6350">
            <a:solidFill>
              <a:srgbClr val="1A1D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7947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17720" y="40325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 merged. TASK-001 through TASK-006 done.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for every agent.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KB is where agents preserve gotchas, patterns, runbooks, and decisions. Read before starting work; written when something is worth saving.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743200"/>
            <a:ext cx="2697480" cy="182880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LIVES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32004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knowledge_base table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Slug-style path (storage-strategy)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Auto-backed up to data/backups/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7540" y="2743200"/>
            <a:ext cx="2697480" cy="182880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2132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AGENTS USE 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2132" y="32004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GET /api/kb/&lt;path&gt;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PUT /api/kb/&lt;path&gt;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for discoverability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743200"/>
            <a:ext cx="2697480" cy="182880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TO WRITE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08192" y="32004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Non-obvious solutions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established patterns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finished PRDs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studio improves itself.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 is the meta-agent: it watches what shipped, what stalled, what got rejected — and recommends process changes. Better prompts, better tools, better tasks.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1546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land in the dashboard with confidence scores. You accept, defer, or reject — and EVO learns from your calls.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965960"/>
            <a:ext cx="3794760" cy="7772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0391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636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PRDs analyzed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2880360"/>
            <a:ext cx="3794760" cy="7772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953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6364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794760"/>
            <a:ext cx="3794760" cy="7772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38679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6364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recs open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survives every restart.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8321040" cy="841248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920240"/>
            <a:ext cx="45720" cy="84124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IN DOCKER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9933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container, bind-mounted to data/pg/. Container restarts don't wipe the database.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docker/docker-compose.dev.yml up -d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807208"/>
            <a:ext cx="8321040" cy="841248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807208"/>
            <a:ext cx="45720" cy="84124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0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BACKUPS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8803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pg_dump snapshots on every orchestrator boot and before db:down. Last 10 retained.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264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db:backup  →  data/backups/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94176"/>
            <a:ext cx="8321040" cy="841248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694176"/>
            <a:ext cx="45720" cy="84124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WORKTREES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7673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works in its own git worktree under tmp/repos/. Isolation by default.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15137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tmp/repos/&lt;project&gt;/.worktrees/&lt;prd&gt;-&lt;agent&gt;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refresh button needed.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stream task and message updates as agents act. The dashboard reflects studio state within milliseconds, not minutes.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1737360" cy="10058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/ merges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67128" y="3337560"/>
            <a:ext cx="411480" cy="0"/>
          </a:xfrm>
          <a:prstGeom prst="line">
            <a:avLst/>
          </a:prstGeom>
          <a:noFill/>
          <a:ln w="19050">
            <a:solidFill>
              <a:srgbClr val="BEF26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06040" y="2834640"/>
            <a:ext cx="1737360" cy="10058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event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1688" y="3337560"/>
            <a:ext cx="411480" cy="0"/>
          </a:xfrm>
          <a:prstGeom prst="line">
            <a:avLst/>
          </a:prstGeom>
          <a:noFill/>
          <a:ln w="19050">
            <a:solidFill>
              <a:srgbClr val="BEF26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00600" y="2834640"/>
            <a:ext cx="1737360" cy="10058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/api/events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56248" y="3337560"/>
            <a:ext cx="411480" cy="0"/>
          </a:xfrm>
          <a:prstGeom prst="line">
            <a:avLst/>
          </a:prstGeom>
          <a:noFill/>
          <a:ln w="19050">
            <a:solidFill>
              <a:srgbClr val="BEF26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95160" y="2834640"/>
            <a:ext cx="1737360" cy="10058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 every 15s keep the connection warm. Polling fallbacks every 10s catch missed events.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EXPERIENCE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8321040" cy="14630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up Postgres → seeds → starts orchestrator → starts dashboard.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657600"/>
            <a:ext cx="2011680" cy="10058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idempotent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run when already up.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99330" y="3657600"/>
            <a:ext cx="2011680" cy="10058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3922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docker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63922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Docker Desktop if needed.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7179" y="3657600"/>
            <a:ext cx="2011680" cy="10058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1771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checks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1771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PG to be ready.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029" y="3657600"/>
            <a:ext cx="2011680" cy="1005840"/>
          </a:xfrm>
          <a:prstGeom prst="rect">
            <a:avLst/>
          </a:prstGeom>
          <a:solidFill>
            <a:srgbClr val="0F1014"/>
          </a:solidFill>
          <a:ln w="9525">
            <a:solidFill>
              <a:srgbClr val="1A1D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621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reload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39621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tsx watch + Next.js hot reload.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EF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Linear-inspired. Lime-accented.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visual language across every surface: hairline borders, monospace metadata, restrained colors. Lime is the single point of brightness.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(sans) + JetBrains Mono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icons, 1.5px stroke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 corners, 1px hairlines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focus rings, no glow soup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965960"/>
            <a:ext cx="1234440" cy="777240"/>
          </a:xfrm>
          <a:prstGeom prst="rect">
            <a:avLst/>
          </a:prstGeom>
          <a:solidFill>
            <a:srgbClr val="08090C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8163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29992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#08090C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1234440" cy="777240"/>
          </a:xfrm>
          <a:prstGeom prst="rect">
            <a:avLst/>
          </a:prstGeom>
          <a:solidFill>
            <a:srgbClr val="0F1014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8163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29992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#0F1014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589520" y="1965960"/>
            <a:ext cx="1234440" cy="777240"/>
          </a:xfrm>
          <a:prstGeom prst="rect">
            <a:avLst/>
          </a:prstGeom>
          <a:solidFill>
            <a:srgbClr val="15171C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8163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0" y="29992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#15171C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46320" y="3154680"/>
            <a:ext cx="1234440" cy="777240"/>
          </a:xfrm>
          <a:prstGeom prst="rect">
            <a:avLst/>
          </a:prstGeom>
          <a:solidFill>
            <a:srgbClr val="262A33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4005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41879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#262A33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1234440" cy="777240"/>
          </a:xfrm>
          <a:prstGeom prst="rect">
            <a:avLst/>
          </a:prstGeom>
          <a:solidFill>
            <a:srgbClr val="A3E635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4005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41879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#A3E635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589520" y="3154680"/>
            <a:ext cx="1234440" cy="777240"/>
          </a:xfrm>
          <a:prstGeom prst="rect">
            <a:avLst/>
          </a:prstGeom>
          <a:solidFill>
            <a:srgbClr val="E6E7EB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4005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41879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#E6E7EB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46304" cy="1463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57200" cy="45720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target repo, wire agents, ship first task.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898648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 RECOMMENDATIONS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end-to-end run of the self-improvement loop.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401568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new specialist roles via agents/&lt;name&gt;/CLAUDE.md.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904488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20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DEMO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Studio against any GitHub repo with API key auth.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Studio ·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4800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6350">
            <a:solidFill>
              <a:srgbClr val="1A1D2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Studio — Multi-Agent Orchestration</dc:title>
  <dc:subject>PptxGenJS Presentation</dc:subject>
  <dc:creator>AI Studio</dc:creator>
  <cp:lastModifiedBy>AI Studio</cp:lastModifiedBy>
  <cp:revision>1</cp:revision>
  <dcterms:created xsi:type="dcterms:W3CDTF">2026-05-12T13:10:47Z</dcterms:created>
  <dcterms:modified xsi:type="dcterms:W3CDTF">2026-05-12T13:10:47Z</dcterms:modified>
</cp:coreProperties>
</file>